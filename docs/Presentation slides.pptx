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962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amRohma/CNS2026-Problem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NETWORKS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CCP-CNS2026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Multi-Site Enterprise Network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Manufacturing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1379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Rohma</a:t>
            </a: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Shahbaz </a:t>
            </a: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F2024266832</a:t>
            </a:r>
          </a:p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Muqadas </a:t>
            </a: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F2024266841</a:t>
            </a: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Muhammad Ahmad Ashraf </a:t>
            </a: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F2024266539</a:t>
            </a:r>
            <a:endParaRPr lang="en-US" sz="1300" b="1" dirty="0"/>
          </a:p>
        </p:txBody>
      </p:sp>
      <p:sp>
        <p:nvSpPr>
          <p:cNvPr id="8" name="Text 6"/>
          <p:cNvSpPr/>
          <p:nvPr/>
        </p:nvSpPr>
        <p:spPr>
          <a:xfrm>
            <a:off x="457200" y="4099560"/>
            <a:ext cx="82296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Sir Tahir Mehmood  |  UMT Lahore  |  Section V14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612648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2651760" y="10972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Manufacturing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20116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1664208"/>
            <a:ext cx="612648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2651760" y="166420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Sales, Engineering, Admin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31136"/>
            <a:ext cx="20116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457200" y="223113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2231136"/>
            <a:ext cx="612648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2651760" y="223113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Unsecured network with unauthorized access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798064"/>
            <a:ext cx="20116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457200" y="279806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0" y="2798064"/>
            <a:ext cx="612648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2651760" y="279806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VLANs + ACLs + DHCP + Attack Mitigation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364992"/>
            <a:ext cx="20116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457200" y="33649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0" y="3364992"/>
            <a:ext cx="612648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2651760" y="336499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Packet Tracer + Wireshark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Topology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Cisco Router 2911 (R1-ApexMfg)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92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Cisco Switch 2960 (SW1-ApexMfg)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768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PC1-Sales — 192.168.10.10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609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PC2-Engineering — 192.168.20.10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44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PC3-Admin — 192.168.30.10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Web-Server — 192.168.30.100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130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Kali-Attacker — 192.168.10.50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4114800" cy="329184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466344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Router-on-a-Stick Topology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160020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Topology Diagram Here]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Replace with your draw.io diagram screenshot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D949FFB-000B-3F46-43F2-7A5D0F92D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31747"/>
            <a:ext cx="4477455" cy="3429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Addressing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6400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097280"/>
            <a:ext cx="1371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097280"/>
            <a:ext cx="1463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2286000" y="1097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1097280"/>
            <a:ext cx="15544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3749040" y="10972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 Mask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1097280"/>
            <a:ext cx="146304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5303520" y="10972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1097280"/>
            <a:ext cx="21031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6766560" y="1097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1600200"/>
            <a:ext cx="64008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274320" y="16002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1600200"/>
            <a:ext cx="137160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914400" y="1600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0" y="1600200"/>
            <a:ext cx="146304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2286000" y="1600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1600200"/>
            <a:ext cx="155448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374904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0" y="1600200"/>
            <a:ext cx="146304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5303520" y="1600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1600200"/>
            <a:ext cx="210312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6766560" y="1600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PC1:.10, Kali:.50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103120"/>
            <a:ext cx="6400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274320" y="21031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" y="210312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914400" y="2103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0" y="210312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2286000" y="2103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192.168.20.0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749040" y="2103120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3749040" y="2103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03520" y="210312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Text 35"/>
          <p:cNvSpPr/>
          <p:nvPr/>
        </p:nvSpPr>
        <p:spPr>
          <a:xfrm>
            <a:off x="5303520" y="2103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192.168.20.1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66560" y="2103120"/>
            <a:ext cx="2103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Text 37"/>
          <p:cNvSpPr/>
          <p:nvPr/>
        </p:nvSpPr>
        <p:spPr>
          <a:xfrm>
            <a:off x="6766560" y="21031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PC2:.10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2606040"/>
            <a:ext cx="64008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274320" y="26060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14400" y="2606040"/>
            <a:ext cx="137160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3" name="Text 41"/>
          <p:cNvSpPr/>
          <p:nvPr/>
        </p:nvSpPr>
        <p:spPr>
          <a:xfrm>
            <a:off x="91440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286000" y="2606040"/>
            <a:ext cx="146304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Text 43"/>
          <p:cNvSpPr/>
          <p:nvPr/>
        </p:nvSpPr>
        <p:spPr>
          <a:xfrm>
            <a:off x="2286000" y="2606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192.168.30.0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749040" y="2606040"/>
            <a:ext cx="155448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Text 45"/>
          <p:cNvSpPr/>
          <p:nvPr/>
        </p:nvSpPr>
        <p:spPr>
          <a:xfrm>
            <a:off x="374904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303520" y="2606040"/>
            <a:ext cx="146304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9" name="Text 47"/>
          <p:cNvSpPr/>
          <p:nvPr/>
        </p:nvSpPr>
        <p:spPr>
          <a:xfrm>
            <a:off x="5303520" y="2606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192.168.30.1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66560" y="2606040"/>
            <a:ext cx="210312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Text 49"/>
          <p:cNvSpPr/>
          <p:nvPr/>
        </p:nvSpPr>
        <p:spPr>
          <a:xfrm>
            <a:off x="6766560" y="26060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PC3:.10, Server:.100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Router-on-a-Stick: One physical router port, three logical sub-interfaces (one per VLAN)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&amp; Switch Configuration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10 — Sales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Ports: Fa0/2, Fa0/6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20 — Engineering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874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Ports: Fa0/3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30 — Admin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651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Ports: Fa0/4, Fa0/5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F3E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Trunk Port: Gi0/1 → Router (carries all VLANs)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474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 Snooping: Enabled on VLANs 10, 20, 30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Configuration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Router-on-a-Stick Sub-Interfaces: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286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Gi0/0.10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34640" y="1463040"/>
            <a:ext cx="274320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2834640" y="1463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10 (Sales)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1463040"/>
            <a:ext cx="292608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5669280" y="14630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192.168.10.1/24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2286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Gi0/0.20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34640" y="2103120"/>
            <a:ext cx="274320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2834640" y="2103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20 (Engineering)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2103120"/>
            <a:ext cx="292608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5669280" y="2103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192.168.20.1/24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2286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Gi0/0.30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834640" y="2743200"/>
            <a:ext cx="274320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2834640" y="2743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30 (Admin)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0" y="2743200"/>
            <a:ext cx="292608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5669280" y="27432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192.168.30.1/24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 Pools Configured: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(192.168.10.0/24)   •   ENGINEERING (192.168.20.0/24)   •   ADMIN (192.168.30.0/24)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Implementation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74320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DHCP Snooping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105156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rogue DHCP servers. Only router port (Gi0/1) is trusted.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01368"/>
            <a:ext cx="274320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— SALES_SECURITY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80136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Kali attacker IP and Sales VLAN from accessing Admin VLAN.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274320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57200" y="2551176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Attack Simulation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551176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ICMP flood packets sent from Kali (192.168.10.50) to Web Server.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00984"/>
            <a:ext cx="274320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457200" y="330098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Mitigation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300984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packet loss on attacker side. All packets dropped by ACL.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201168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14600" y="1051560"/>
            <a:ext cx="201168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2514600" y="10515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1051560"/>
            <a:ext cx="201168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4526280" y="105156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37960" y="1051560"/>
            <a:ext cx="210312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6537960" y="105156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527048"/>
            <a:ext cx="2011680" cy="475488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502920" y="15270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PC1-Sales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1527048"/>
            <a:ext cx="2011680" cy="475488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2514600" y="15270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Gateway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1527048"/>
            <a:ext cx="2011680" cy="475488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4526280" y="152704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1527048"/>
            <a:ext cx="2103120" cy="475488"/>
          </a:xfrm>
          <a:prstGeom prst="rect">
            <a:avLst/>
          </a:prstGeom>
          <a:solidFill>
            <a:srgbClr val="E8FF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6537960" y="1527048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200253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502920" y="20025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PC1-Sales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14600" y="200253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21"/>
          <p:cNvSpPr/>
          <p:nvPr/>
        </p:nvSpPr>
        <p:spPr>
          <a:xfrm>
            <a:off x="2514600" y="20025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PC2-Engineering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26280" y="200253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4526280" y="20025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2002536"/>
            <a:ext cx="2103120" cy="475488"/>
          </a:xfrm>
          <a:prstGeom prst="rect">
            <a:avLst/>
          </a:prstGeom>
          <a:solidFill>
            <a:srgbClr val="E8FF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6537960" y="200253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2478024"/>
            <a:ext cx="2011680" cy="475488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502920" y="247802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PC1-Sales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14600" y="2478024"/>
            <a:ext cx="2011680" cy="475488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1" name="Text 29"/>
          <p:cNvSpPr/>
          <p:nvPr/>
        </p:nvSpPr>
        <p:spPr>
          <a:xfrm>
            <a:off x="2514600" y="247802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PC3-Admin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26280" y="2478024"/>
            <a:ext cx="2011680" cy="475488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31"/>
          <p:cNvSpPr/>
          <p:nvPr/>
        </p:nvSpPr>
        <p:spPr>
          <a:xfrm>
            <a:off x="4526280" y="2478024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37960" y="2478024"/>
            <a:ext cx="2103120" cy="475488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6537960" y="2478024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295351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7" name="Text 35"/>
          <p:cNvSpPr/>
          <p:nvPr/>
        </p:nvSpPr>
        <p:spPr>
          <a:xfrm>
            <a:off x="502920" y="29535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PC2-Engineering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14600" y="295351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9" name="Text 37"/>
          <p:cNvSpPr/>
          <p:nvPr/>
        </p:nvSpPr>
        <p:spPr>
          <a:xfrm>
            <a:off x="2514600" y="29535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Web-Server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26280" y="2953512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4526280" y="2953512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37960" y="2953512"/>
            <a:ext cx="2103120" cy="475488"/>
          </a:xfrm>
          <a:prstGeom prst="rect">
            <a:avLst/>
          </a:prstGeom>
          <a:solidFill>
            <a:srgbClr val="E8FF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3" name="Text 41"/>
          <p:cNvSpPr/>
          <p:nvPr/>
        </p:nvSpPr>
        <p:spPr>
          <a:xfrm>
            <a:off x="6537960" y="2953512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2920" y="3429000"/>
            <a:ext cx="2011680" cy="475488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5" name="Text 43"/>
          <p:cNvSpPr/>
          <p:nvPr/>
        </p:nvSpPr>
        <p:spPr>
          <a:xfrm>
            <a:off x="502920" y="34290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Kali-Attacker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14600" y="3429000"/>
            <a:ext cx="2011680" cy="475488"/>
          </a:xfrm>
          <a:prstGeom prst="rect">
            <a:avLst/>
          </a:prstGeom>
          <a:solidFill>
            <a:srgbClr val="EEF4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7" name="Text 45"/>
          <p:cNvSpPr/>
          <p:nvPr/>
        </p:nvSpPr>
        <p:spPr>
          <a:xfrm>
            <a:off x="2514600" y="34290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Web-Server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26280" y="3429000"/>
            <a:ext cx="2011680" cy="475488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9" name="Text 47"/>
          <p:cNvSpPr/>
          <p:nvPr/>
        </p:nvSpPr>
        <p:spPr>
          <a:xfrm>
            <a:off x="4526280" y="342900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537960" y="3429000"/>
            <a:ext cx="2103120" cy="475488"/>
          </a:xfrm>
          <a:prstGeom prst="rect">
            <a:avLst/>
          </a:prstGeom>
          <a:solidFill>
            <a:srgbClr val="FFE8E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1" name="Text 49"/>
          <p:cNvSpPr/>
          <p:nvPr/>
        </p:nvSpPr>
        <p:spPr>
          <a:xfrm>
            <a:off x="6537960" y="342900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✓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Three VLANs created and verified for department isolation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90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Inter-VLAN routing working via Router-on-a-Stick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2938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DHCP providing automatic IP addressing to all devices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6829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DHCP Snooping blocking rogue DHCP servers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0720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ACL blocking Sales VLAN from Admin VLAN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DoS attack simulated and successfully mitigated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68503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Web server accessible to authorized departments only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</a:t>
            </a: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https://github.com/iamRohma/CNS2026-Problem1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Rohma Shahbaz | Muqadas | Muhammad Ahmad Ashraf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463</Words>
  <Application>Microsoft Office PowerPoint</Application>
  <PresentationFormat>On-screen Show (16:9)</PresentationFormat>
  <Paragraphs>136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ROHMA SHAHBAZ</cp:lastModifiedBy>
  <cp:revision>2</cp:revision>
  <dcterms:created xsi:type="dcterms:W3CDTF">2026-05-31T16:36:34Z</dcterms:created>
  <dcterms:modified xsi:type="dcterms:W3CDTF">2026-05-31T16:46:49Z</dcterms:modified>
</cp:coreProperties>
</file>